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b70e797e8_1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b70e797e8_1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ab70e797e8_1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b70e797e8_1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b70e797e8_1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ab70e797e8_1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b70e797e8_1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b70e797e8_1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b70e797e8_1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b70e797e8_41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b70e797e8_41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ab70e797e8_41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b70e797e8_1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b70e797e8_1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ab70e797e8_1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b70e797e8_1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b70e797e8_1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ab70e797e8_1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b70e797e8_1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b70e797e8_1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ab70e797e8_1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eb26321fa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eb26321fa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aeb26321fa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eb26321fa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eb26321fa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aeb26321fa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b70e797e8_1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b70e797e8_1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ab70e797e8_1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b70e797e8_1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b70e797e8_1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ab70e797e8_1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b70e797e8_41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b70e797e8_41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ab70e797e8_41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1" name="Google Shape;3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/>
          <p:nvPr/>
        </p:nvSpPr>
        <p:spPr>
          <a:xfrm>
            <a:off x="838200" y="6338919"/>
            <a:ext cx="2743200" cy="382556"/>
          </a:xfrm>
          <a:custGeom>
            <a:rect b="b" l="l" r="r" t="t"/>
            <a:pathLst>
              <a:path extrusionOk="0" h="189485" w="1026026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5"/>
          <p:cNvSpPr/>
          <p:nvPr/>
        </p:nvSpPr>
        <p:spPr>
          <a:xfrm>
            <a:off x="10933155" y="6344015"/>
            <a:ext cx="466090" cy="431923"/>
          </a:xfrm>
          <a:custGeom>
            <a:rect b="b" l="l" r="r" t="t"/>
            <a:pathLst>
              <a:path extrusionOk="0" h="189485" w="1026026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49" name="Google Shape;4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0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6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/>
          <p:nvPr/>
        </p:nvSpPr>
        <p:spPr>
          <a:xfrm>
            <a:off x="838200" y="6338919"/>
            <a:ext cx="2743200" cy="382556"/>
          </a:xfrm>
          <a:custGeom>
            <a:rect b="b" l="l" r="r" t="t"/>
            <a:pathLst>
              <a:path extrusionOk="0" h="189485" w="1026026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/>
          <p:nvPr/>
        </p:nvSpPr>
        <p:spPr>
          <a:xfrm>
            <a:off x="10974189" y="6344015"/>
            <a:ext cx="466090" cy="431923"/>
          </a:xfrm>
          <a:custGeom>
            <a:rect b="b" l="l" r="r" t="t"/>
            <a:pathLst>
              <a:path extrusionOk="0" h="189485" w="1026026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1" type="ftr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jp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jp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jp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Relationship Id="rId4" Type="http://schemas.openxmlformats.org/officeDocument/2006/relationships/image" Target="../media/image15.png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5500"/>
              <a:t>ICU Reservation &amp; Management System</a:t>
            </a:r>
            <a:endParaRPr b="1" sz="5500"/>
          </a:p>
        </p:txBody>
      </p:sp>
      <p:sp>
        <p:nvSpPr>
          <p:cNvPr id="103" name="Google Shape;103;p14"/>
          <p:cNvSpPr txBox="1"/>
          <p:nvPr>
            <p:ph idx="1" type="subTitle"/>
          </p:nvPr>
        </p:nvSpPr>
        <p:spPr>
          <a:xfrm>
            <a:off x="1348325" y="3953367"/>
            <a:ext cx="91440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429"/>
              <a:buNone/>
            </a:pPr>
            <a:r>
              <a:rPr b="1" lang="en-US" sz="3800"/>
              <a:t>DEPI PROJECT</a:t>
            </a:r>
            <a:endParaRPr b="1" sz="3800"/>
          </a:p>
        </p:txBody>
      </p: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07050" y="6356350"/>
            <a:ext cx="1405255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256902"/>
            <a:ext cx="12192001" cy="579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581"/>
            <a:ext cx="12191410" cy="6810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4475" y="6356350"/>
            <a:ext cx="1405255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6248963"/>
            <a:ext cx="12192001" cy="579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6256902"/>
            <a:ext cx="12192001" cy="579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" y="26744"/>
            <a:ext cx="12191410" cy="6810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1475" y="6373925"/>
            <a:ext cx="1405255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6373925"/>
            <a:ext cx="12192001" cy="46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6256902"/>
            <a:ext cx="12192001" cy="579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29" name="Google Shape;12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256902"/>
            <a:ext cx="12192001" cy="579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dd all the five dashboard" id="136" name="Google Shape;13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2" name="Google Shape;14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" y="6"/>
            <a:ext cx="12191409" cy="6804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256902"/>
            <a:ext cx="12192001" cy="579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9" name="Google Shape;14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256902"/>
            <a:ext cx="12192001" cy="579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56" name="Google Shape;15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256902"/>
            <a:ext cx="12192001" cy="579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: The Problem &amp; Our Solution&#10;Title&#10;&#10;🚀 DevOps: Automating Deployment Pipeline&#10;Content&#10;&#10;text&#10;CHALLENGES WE ADDRESSED:&#10;• Manual deployment steps&#10;• Multiple services to coordinate (frontend, backend, infrastructure)&#10;• Need for environment consistency&#10;• Infrastructure management complexity&#10;&#10;HOW WE SOLVED IT:&#10;✅ GitHub Actions CI/CD pipeline (6 automated steps)&#10;✅ Terraform for infrastructure provisioning&#10;✅ Docker containerization for both services&#10;✅ Kubernetes for application orchestration&#10;✅ Monitoring stack for observability&#10;&#10;SLIDE 2: DevOps Pipeline &amp; Infrastructure&#10;Title&#10;&#10;⚙️ 6-Step Pipeline Architecture&#10;Content&#10;&#10;text&#10;PIPELINE STAGES:&#10;1️⃣ Test → Validate code&#10;2️⃣ Build Frontend → Compile application&#10;3️⃣ Docker Build &amp; Push → Push images to Docker Hub&#10;4️⃣ Terraform → Provision cloud infrastructure&#10;5️⃣ Deploy to Kubernetes → Deploy services to EKS&#10;6️⃣ Install Monitoring → Deploy Prometheus &amp; Grafana&#10;&#10;INFRASTRUCTURE COMPONENTS:&#10;• AWS EKS cluster (managed Kubernetes)&#10;• VPC with multi-AZ subnets&#10;• NGINX Ingress Controller&#10;• Frontend &amp; Backend microservices&#10;• Prometheus + Grafana monitoring stack" id="163" name="Google Shape;16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581"/>
            <a:ext cx="12191410" cy="6810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75" name="Google Shape;17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256902"/>
            <a:ext cx="12192001" cy="579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82" name="Google Shape;18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256902"/>
            <a:ext cx="12192001" cy="579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is slide" id="189" name="Google Shape;18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6575"/>
            <a:ext cx="12191401" cy="112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6028630"/>
            <a:ext cx="12192000" cy="802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